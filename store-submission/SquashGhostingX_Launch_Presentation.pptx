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SquashGhostingX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Launch Package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Results  ·  Security Audit  ·  Store Submission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1.0.0 (Build 1)  ·  Expo SDK 54  ·  iOS + Android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129844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Overview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6642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SquashGhostingX does and who it is for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146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80160" y="253288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8986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6-point ghosting, AI voice, 13 languages, analytics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490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80160" y="376732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1330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54, React Native 0.81.5, SQLite, SecureStore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9834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280160" y="500176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Results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53675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test flows — pass/fail with notes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118872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2801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132320" y="129844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&amp; Fixes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32320" y="16642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issues found, 7 resolved + 1 security bonus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242316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5146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132320" y="253288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32320" y="28986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encryption, throttling, SQL, network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365760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7490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132320" y="376732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Submission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32320" y="41330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Store + Google Play requirements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489204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49834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132320" y="500176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Checklist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32320" y="53675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done and what still needs action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Overview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5303520" cy="5120640"/>
          </a:xfrm>
          <a:prstGeom prst="roundRect">
            <a:avLst>
              <a:gd name="adj" fmla="val 214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SquashGhostingX?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28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squash ghosting training app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386584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34086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required during sessions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898648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8529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coach calls positions hands-free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3410712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3649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6-Point and 10-Point court systems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922776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87705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difficulty levels: Beginner → Pro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4434840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3891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— all data on device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4946904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90118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languages with voice selection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5458968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4132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audio when screen locks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35040" y="1143000"/>
            <a:ext cx="5577840" cy="2377440"/>
          </a:xfrm>
          <a:prstGeom prst="roundRect">
            <a:avLst>
              <a:gd name="adj" fmla="val 46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17920" y="17373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Club players improving fitness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17920" y="221284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Competitive players preparing for matches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17920" y="2688336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Coaches building training programs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17920" y="316382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Elite athletes training at PSA level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35040" y="3703320"/>
            <a:ext cx="5577840" cy="2560320"/>
          </a:xfrm>
          <a:prstGeom prst="roundRect">
            <a:avLst>
              <a:gd name="adj" fmla="val 4286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840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Metadata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217920" y="434340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Bundle ID: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92440" y="434340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com.squashghostingx.app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466344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Package: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92440" y="466344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com.squashghostingx.app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0" y="498348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iOS: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92440" y="498348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16.0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17920" y="530352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Android: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92440" y="530352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29 (Android 10)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17920" y="562356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092440" y="562356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Fitness / Sports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17920" y="594360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092440" y="594360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657600" cy="2423160"/>
          </a:xfrm>
          <a:prstGeom prst="roundRect">
            <a:avLst>
              <a:gd name="adj" fmla="val 452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Movement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6-point &amp; 10-point ghosting patterns. 5 difficulties, 3 tempos.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188720"/>
            <a:ext cx="3657600" cy="2423160"/>
          </a:xfrm>
          <a:prstGeom prst="roundRect">
            <a:avLst>
              <a:gd name="adj" fmla="val 452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🎙️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Coaching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position calls. Male/female voices, 13 languages.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1188720"/>
            <a:ext cx="3657600" cy="2423160"/>
          </a:xfrm>
          <a:prstGeom prst="roundRect">
            <a:avLst>
              <a:gd name="adj" fmla="val 452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50392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2423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weekly load, court balance, personal bests, session history.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3657600" cy="2423160"/>
          </a:xfrm>
          <a:prstGeom prst="roundRect">
            <a:avLst>
              <a:gd name="adj" fmla="val 452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0080" y="4617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Programs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5074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→ PSA Pro programs with difficulty-matched sessions.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89120" y="3840480"/>
            <a:ext cx="3657600" cy="2423160"/>
          </a:xfrm>
          <a:prstGeom prst="roundRect">
            <a:avLst>
              <a:gd name="adj" fmla="val 452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72000" y="4617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Pace Control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0" y="5074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speed dial adjustable mid-session without stopping.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321040" y="3840480"/>
            <a:ext cx="3657600" cy="2423160"/>
          </a:xfrm>
          <a:prstGeom prst="roundRect">
            <a:avLst>
              <a:gd name="adj" fmla="val 452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503920" y="4617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03920" y="5074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on-device. No account required to train (guest mode).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4884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~54.0.34 · React Native 0.81.5 · React 19.1.0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488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Architecture enabled (Fabric + JSI)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4884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@react-navigation/native · bottom-tabs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31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4884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^4.5.7 with AsyncStorage persistence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46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148840" y="4846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(expo-sqlite 16) · AsyncStorage 2.2 · SecureStore 15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3492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760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148840" y="5760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expo-speech 14 · expo-audio 1.1 (silent-mode bypass)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62636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010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expo-haptics 15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0100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Animated API · expo-reanimated 4.1.1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26060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0100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react-native-svg 15 (court canvas)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931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0100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Ionicons via @expo/vector-icons · dark-first design system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44348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846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001000" y="4846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expo-secure-store 15 (Keychain/Keystore)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53492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5760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001000" y="5760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 (Expo Application Services)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7200" y="62636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Results — All Flows Passing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12618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298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Welcome slides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1097280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2618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298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1664208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Email Registration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1097280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50408" y="12618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0408" y="1298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1664208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Sign In + Throttling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0" y="1097280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82128" y="12618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82128" y="1298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1664208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Forgot Password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46920" y="1097280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13848" y="12618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13848" y="1298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38360" y="1664208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Sign Out (3 locations)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2816352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6968" y="298094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30175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338328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Hero + Headlines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651760" y="2816352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18688" y="298094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18688" y="30175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338328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Quick Actions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83480" y="2816352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50408" y="298094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50408" y="30175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338328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— Program grid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200" y="2816352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82128" y="298094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82128" y="30175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06640" y="338328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— Analytics cards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646920" y="2816352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213848" y="298094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13848" y="30175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738360" y="338328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— Full drill flow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20040" y="4535424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6968" y="470001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6968" y="47365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1480" y="510235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— Voice audio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651760" y="4535424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18688" y="470001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18688" y="47365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743200" y="510235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— Resume checkpoint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983480" y="4535424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50408" y="470001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50408" y="47365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74920" y="510235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— All controls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315200" y="4535424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82128" y="470001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82128" y="47365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406640" y="510235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— All fields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9646920" y="4535424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213848" y="470001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13848" y="47365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738360" y="510235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Lockout &amp; encrypt.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Issues Found — All Resolved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1170432"/>
            <a:ext cx="1234440" cy="274320"/>
          </a:xfrm>
          <a:prstGeom prst="roundRect">
            <a:avLst>
              <a:gd name="adj" fmla="val 33333"/>
            </a:avLst>
          </a:prstGeom>
          <a:solidFill>
            <a:srgbClr val="EF5350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188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1097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credentials in AsyncStorage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66560" y="1234440"/>
            <a:ext cx="457200" cy="274320"/>
          </a:xfrm>
          <a:prstGeom prst="rightArrow">
            <a:avLst/>
          </a:prstGeom>
          <a:solidFill>
            <a:srgbClr val="43A04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1097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expo-secure-store (Keychain/Keystore)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177393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1847088"/>
            <a:ext cx="1234440" cy="274320"/>
          </a:xfrm>
          <a:prstGeom prst="roundRect">
            <a:avLst>
              <a:gd name="adj" fmla="val 33333"/>
            </a:avLst>
          </a:prstGeom>
          <a:solidFill>
            <a:srgbClr val="EF5350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1865376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77393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auth buttons show backend error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66560" y="1911096"/>
            <a:ext cx="457200" cy="274320"/>
          </a:xfrm>
          <a:prstGeom prst="rightArrow">
            <a:avLst/>
          </a:prstGeom>
          <a:solidFill>
            <a:srgbClr val="43A04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177393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Apple/Google/Facebook buttons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4505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34440" y="2523744"/>
            <a:ext cx="1234440" cy="274320"/>
          </a:xfrm>
          <a:prstGeom prst="roundRect">
            <a:avLst>
              <a:gd name="adj" fmla="val 33333"/>
            </a:avLst>
          </a:prstGeom>
          <a:solidFill>
            <a:srgbClr val="EF5350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2542032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24505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bundleIdentifier and package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766560" y="2587752"/>
            <a:ext cx="457200" cy="274320"/>
          </a:xfrm>
          <a:prstGeom prst="rightArrow">
            <a:avLst/>
          </a:prstGeom>
          <a:solidFill>
            <a:srgbClr val="43A04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245059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com.squashghostingx.app to app.json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312724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34440" y="3200400"/>
            <a:ext cx="1234440" cy="274320"/>
          </a:xfrm>
          <a:prstGeom prst="roundRect">
            <a:avLst>
              <a:gd name="adj" fmla="val 33333"/>
            </a:avLst>
          </a:prstGeom>
          <a:solidFill>
            <a:srgbClr val="F9A825"/>
          </a:solidFill>
          <a:ln/>
        </p:spPr>
      </p:sp>
      <p:sp>
        <p:nvSpPr>
          <p:cNvPr id="26" name="Text 24"/>
          <p:cNvSpPr/>
          <p:nvPr/>
        </p:nvSpPr>
        <p:spPr>
          <a:xfrm>
            <a:off x="1234440" y="321868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31272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"PRO" badge with no purchase flow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766560" y="3264408"/>
            <a:ext cx="457200" cy="274320"/>
          </a:xfrm>
          <a:prstGeom prst="rightArrow">
            <a:avLst/>
          </a:prstGeom>
          <a:solidFill>
            <a:srgbClr val="43A047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312724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removed from auth welcome screen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" y="380390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34440" y="3877056"/>
            <a:ext cx="1234440" cy="274320"/>
          </a:xfrm>
          <a:prstGeom prst="roundRect">
            <a:avLst>
              <a:gd name="adj" fmla="val 33333"/>
            </a:avLst>
          </a:prstGeom>
          <a:solidFill>
            <a:srgbClr val="F9A825"/>
          </a:solidFill>
          <a:ln/>
        </p:spPr>
      </p:sp>
      <p:sp>
        <p:nvSpPr>
          <p:cNvPr id="32" name="Text 30"/>
          <p:cNvSpPr/>
          <p:nvPr/>
        </p:nvSpPr>
        <p:spPr>
          <a:xfrm>
            <a:off x="1234440" y="389534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60320" y="380390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NSPhotoLibraryUsageDescription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766560" y="3941064"/>
            <a:ext cx="457200" cy="274320"/>
          </a:xfrm>
          <a:prstGeom prst="rightArrow">
            <a:avLst/>
          </a:prstGeom>
          <a:solidFill>
            <a:srgbClr val="43A047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0" y="380390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iOS infoPlist in app.json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5760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UX-1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34440" y="4553712"/>
            <a:ext cx="1234440" cy="274320"/>
          </a:xfrm>
          <a:prstGeom prst="roundRect">
            <a:avLst>
              <a:gd name="adj" fmla="val 33333"/>
            </a:avLst>
          </a:prstGeom>
          <a:solidFill>
            <a:srgbClr val="8BC34A"/>
          </a:solidFill>
          <a:ln/>
        </p:spPr>
      </p:sp>
      <p:sp>
        <p:nvSpPr>
          <p:cNvPr id="38" name="Text 36"/>
          <p:cNvSpPr/>
          <p:nvPr/>
        </p:nvSpPr>
        <p:spPr>
          <a:xfrm>
            <a:off x="1234440" y="457200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60320" y="4480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"Routines" tile opened DrillConfig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766560" y="4617720"/>
            <a:ext cx="457200" cy="274320"/>
          </a:xfrm>
          <a:prstGeom prst="rightArrow">
            <a:avLst/>
          </a:prstGeom>
          <a:solidFill>
            <a:srgbClr val="43A047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0" y="4480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to navigation.navigate("Routines")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65760" y="51572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UX-2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234440" y="5230368"/>
            <a:ext cx="1234440" cy="274320"/>
          </a:xfrm>
          <a:prstGeom prst="roundRect">
            <a:avLst>
              <a:gd name="adj" fmla="val 33333"/>
            </a:avLst>
          </a:prstGeom>
          <a:solidFill>
            <a:srgbClr val="8BC34A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5248656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560320" y="515721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"About" row did nothing on tap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766560" y="5294376"/>
            <a:ext cx="457200" cy="274320"/>
          </a:xfrm>
          <a:prstGeom prst="rightArrow">
            <a:avLst/>
          </a:prstGeom>
          <a:solidFill>
            <a:srgbClr val="43A047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0" y="515721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with version + support info added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65760" y="583387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+SEC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234440" y="5907024"/>
            <a:ext cx="1234440" cy="274320"/>
          </a:xfrm>
          <a:prstGeom prst="roundRect">
            <a:avLst>
              <a:gd name="adj" fmla="val 33333"/>
            </a:avLst>
          </a:prstGeom>
          <a:solidFill>
            <a:srgbClr val="00BCD4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5925312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560320" y="58338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brute-force protection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766560" y="5971032"/>
            <a:ext cx="457200" cy="274320"/>
          </a:xfrm>
          <a:prstGeom prst="rightArrow">
            <a:avLst/>
          </a:prstGeom>
          <a:solidFill>
            <a:srgbClr val="43A047"/>
          </a:solidFill>
          <a:ln/>
        </p:spPr>
      </p:sp>
      <p:sp>
        <p:nvSpPr>
          <p:cNvPr id="53" name="Text 51"/>
          <p:cNvSpPr/>
          <p:nvPr/>
        </p:nvSpPr>
        <p:spPr>
          <a:xfrm>
            <a:off x="7315200" y="583387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attempts → 5-min lockout (SecureStore)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— Clean Bill of Health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274320" cy="27432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52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Storage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Keychain / Android Keystore via expo-secure-store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609344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19072"/>
            <a:ext cx="274320" cy="27432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007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Throttling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attempts → 5-min lockout, persists across app restarts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157984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67712"/>
            <a:ext cx="274320" cy="27432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2494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290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SQLite queries use parameterized ? placeholders throughout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706624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816352"/>
            <a:ext cx="274320" cy="27432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7980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290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keys, tokens, or passwords in any source file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255264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64992"/>
            <a:ext cx="274320" cy="27432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3467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290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only — no HTTP calls anywhere in the codebase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3803904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913632"/>
            <a:ext cx="274320" cy="27432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895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WebView URL Safety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4290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YouTube video IDs — zero user input into URLs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4352544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462272"/>
            <a:ext cx="274320" cy="27432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4439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Logging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4290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console.warn only; credentials and PII never logged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57200" y="4901184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5010912"/>
            <a:ext cx="274320" cy="27432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9926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7240" y="4937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4290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analytics, no crash reporter, no third-party trackers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57200" y="5449824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5559552"/>
            <a:ext cx="274320" cy="27432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55412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77240" y="5486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Integrity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4290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 foreign_keys = ON · WAL journal mode enabled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57200" y="5998464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6108192"/>
            <a:ext cx="274320" cy="27432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6089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77240" y="6035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Audio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42900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UIBackgroundModes + FOREGROUND_SERVICE properly declared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App Store — Submission Details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Metadata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783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SquashGhostingX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31720" y="2331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Ghosting Coach &amp; Trainer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Fitness / Sports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Rating: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3429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ID: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3172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com.squashghostingx.app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526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iOS: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31720" y="4526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16.0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Labels: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5074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 Collected (no server)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89320" y="1097280"/>
            <a:ext cx="5577840" cy="2377440"/>
          </a:xfrm>
          <a:prstGeom prst="roundRect">
            <a:avLst>
              <a:gd name="adj" fmla="val 46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234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Permissions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72200" y="1783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NSPhotoLibraryUsageDescription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72200" y="2331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NSFaceIDUsageDescription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72200" y="2880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UIBackgroundModes: audio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89320" y="3657600"/>
            <a:ext cx="5577840" cy="2560320"/>
          </a:xfrm>
          <a:prstGeom prst="roundRect">
            <a:avLst>
              <a:gd name="adj" fmla="val 4286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7947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Required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72200" y="42976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iPhone 6.9" — 1320×2868 px (required)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2200" y="47548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iPhone 6.5" — 1284×2778 px (required)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52120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iPad 13" — 2064×2752 px (tablet)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72200" y="5669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 3 shots, max 10 per device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— Submission Details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Metadata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783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com.squashghostingx.app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31720" y="2331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Rating: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(PEGI 3)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SDK: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3429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SDK: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3172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29 (Android 10)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526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 Format: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31720" y="4526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Bundle (.aab)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Safety: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5074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shared; can delete all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89320" y="1097280"/>
            <a:ext cx="5577840" cy="2651760"/>
          </a:xfrm>
          <a:prstGeom prst="roundRect">
            <a:avLst>
              <a:gd name="adj" fmla="val 413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234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Permissions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72200" y="1737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READ_MEDIA_IMAGES — profile photo picker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72200" y="2240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VIBRATE — haptic feedback on calls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72200" y="27432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FOREGROUND_SERVICE — background audio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72200" y="3246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FOREGROUND_SERVICE_MEDIA_PLAYBACK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89320" y="3931920"/>
            <a:ext cx="5577840" cy="2286000"/>
          </a:xfrm>
          <a:prstGeom prst="roundRect">
            <a:avLst>
              <a:gd name="adj" fmla="val 48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40690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Required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172200" y="4526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graphic: 1024×500 px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49834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 screenshots: 1080×1920 px min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72200" y="54406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icon: 512×512 PNG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58978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Adaptive icon: foreground + bg configured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Checklist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577840" cy="5257800"/>
          </a:xfrm>
          <a:prstGeom prst="roundRect">
            <a:avLst>
              <a:gd name="adj" fmla="val 2087"/>
            </a:avLst>
          </a:prstGeom>
          <a:solidFill>
            <a:srgbClr val="0A1F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1856232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identifiers set (iOS + Android)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22576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4942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migrated to SecureStore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157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throttling (5 attempts → 5-min lock)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821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auth buttons removed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21608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4845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badge removed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87952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14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NSPhotoLibraryUsageDescription added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654296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8114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permissions declared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0474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targetSdkVersion 35 configured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586984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5138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tile navigation fixed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6053328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98017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settings row shows info alert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2200" y="1097280"/>
            <a:ext cx="5577840" cy="5257800"/>
          </a:xfrm>
          <a:prstGeom prst="roundRect">
            <a:avLst>
              <a:gd name="adj" fmla="val 2087"/>
            </a:avLst>
          </a:prstGeom>
          <a:solidFill>
            <a:srgbClr val="1F12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234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355080" y="18288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9A825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178308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bundle ID matches App Store listing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55080" y="240487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9A825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2359152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privacy policy at public URL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55080" y="298094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9A825"/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2935224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 URLs in About alert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55080" y="355701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9A825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3511296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reviewer test account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55080" y="413308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9A825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4087368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screenshots (3 sizes)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55080" y="47091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9A825"/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466344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feature graphic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355080" y="52852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9A825"/>
          </a:solidFill>
          <a:ln/>
        </p:spPr>
      </p:sp>
      <p:sp>
        <p:nvSpPr>
          <p:cNvPr id="43" name="Text 41"/>
          <p:cNvSpPr/>
          <p:nvPr/>
        </p:nvSpPr>
        <p:spPr>
          <a:xfrm>
            <a:off x="6720840" y="5239512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eas build for iOS + Android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355080" y="586130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9A825"/>
          </a:solidFill>
          <a:ln/>
        </p:spPr>
      </p:sp>
      <p:sp>
        <p:nvSpPr>
          <p:cNvPr id="45" name="Text 43"/>
          <p:cNvSpPr/>
          <p:nvPr/>
        </p:nvSpPr>
        <p:spPr>
          <a:xfrm>
            <a:off x="6720840" y="5815584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via eas submit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Launch.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critical issues resolved. Security hardened. Stores ready.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12471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91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bundle ID matches existing listing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3291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3703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privacy policy + update placeholder URLs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291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3703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screenshots and feature graphic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0" y="3291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18320" y="3703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 + eas submit for both platforms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Ideas: Apple/Google Sign-In · Backend sync · IAP/Pro tier · Push notifications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SquashGhostingX  ·  Version 1.0.0  ·  June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SquashGhostingX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SquashGhostingX — Launch Readiness</dc:title>
  <dc:subject>App Launch Presentation</dc:subject>
  <dc:creator>SquashGhostingX</dc:creator>
  <cp:lastModifiedBy>SquashGhostingX</cp:lastModifiedBy>
  <cp:revision>1</cp:revision>
  <dcterms:created xsi:type="dcterms:W3CDTF">2026-06-08T10:35:38Z</dcterms:created>
  <dcterms:modified xsi:type="dcterms:W3CDTF">2026-06-08T10:35:38Z</dcterms:modified>
</cp:coreProperties>
</file>